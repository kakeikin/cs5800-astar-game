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918400" cy="2194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